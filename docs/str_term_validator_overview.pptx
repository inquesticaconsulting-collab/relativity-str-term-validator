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str_term_validator.py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proposed search terms into validated, self-verified dtSearch queries for a Relativity Search Terms Report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25880" y="16459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258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Terms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1635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.xlsx / .csv / .txt, one term per line — each line is one dtSearch query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20440" y="16459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487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Issues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81635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checks: dtSearch syntax, STR limits, metadata field:value, noise words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715000" y="16459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150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487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Auto-Repair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81635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every repairable defect; extracts metadata to the saved search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909560" y="16459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095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2487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Self-Verify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81635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Re-validates the revised term until stable: CLEAN / ADVISORY / NEEDS REVIEW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104120" y="16459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041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2487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281635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Excel report, extracted conditions, clean STR-ready term list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4498848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47000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6085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Fixpoint Repair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325880" y="48828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revised term is re-checked until nothing changes — so a second validation run stays clean.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4498848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0" y="47000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995160" y="46085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48828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custodian:, date:, ext: aren't dtSearch — conditions move to the searchable-set saved search, listed on their own sheet.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5504688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70585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1520" y="5705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325880" y="5614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Assumptions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325880" y="58887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default the script chooses (w/5 distance, w/1 for w/0) is labeled ASSUMPTION APPLIED for case-team sign-off.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5504688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0" y="570585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0" y="5705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995160" y="5614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Model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995160" y="58887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must be fixed · WARNING needs a recorded decision · INFO is a note. NEEDS REVIEW terms never reach the clean list.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proposed term list (.xlsx / .csv / .txt)   •   Output: validation report (.xlsx) + extracted conditions + clean STR-ready term list (.txt)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str_term_validator.py Works</dc:title>
  <dc:subject>PptxGenJS Presentation</dc:subject>
  <dc:creator>Neeraj Khandelwal, Inquestica Consulting</dc:creator>
  <cp:lastModifiedBy>Neeraj Khandelwal, Inquestica Consulting</cp:lastModifiedBy>
  <cp:revision>1</cp:revision>
  <dcterms:created xsi:type="dcterms:W3CDTF">2026-10-03T19:13:19Z</dcterms:created>
  <dcterms:modified xsi:type="dcterms:W3CDTF">2026-10-03T19:13:19Z</dcterms:modified>
</cp:coreProperties>
</file>